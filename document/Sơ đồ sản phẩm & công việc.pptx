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bc93856c28bb1ff" providerId="LiveId" clId="{22E9F89D-4D78-4630-9903-28506A34F430}"/>
    <pc:docChg chg="undo redo custSel addSld modSld">
      <pc:chgData name="" userId="5bc93856c28bb1ff" providerId="LiveId" clId="{22E9F89D-4D78-4630-9903-28506A34F430}" dt="2025-07-09T16:57:35.895" v="1662" actId="14100"/>
      <pc:docMkLst>
        <pc:docMk/>
      </pc:docMkLst>
      <pc:sldChg chg="addSp delSp modSp">
        <pc:chgData name="" userId="5bc93856c28bb1ff" providerId="LiveId" clId="{22E9F89D-4D78-4630-9903-28506A34F430}" dt="2025-07-09T15:10:38.692" v="1412" actId="1076"/>
        <pc:sldMkLst>
          <pc:docMk/>
          <pc:sldMk cId="4091870824" sldId="256"/>
        </pc:sldMkLst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4" creationId="{8AA4B411-0DD8-4712-AFA5-F1B384A04E80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5" creationId="{8D02CF1D-C11E-4102-83B4-E092AD36714C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6" creationId="{9A62EE7B-525E-4F7B-BE81-02C1C2AF4493}"/>
          </ac:spMkLst>
        </pc:spChg>
        <pc:spChg chg="del mod">
          <ac:chgData name="" userId="5bc93856c28bb1ff" providerId="LiveId" clId="{22E9F89D-4D78-4630-9903-28506A34F430}" dt="2025-07-09T14:37:06.076" v="452" actId="478"/>
          <ac:spMkLst>
            <pc:docMk/>
            <pc:sldMk cId="4091870824" sldId="256"/>
            <ac:spMk id="7" creationId="{46F30675-9D2E-4B49-A099-0DDDC8AA0CC3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8" creationId="{72A755CF-980C-458E-B165-88BC0A8FC2C7}"/>
          </ac:spMkLst>
        </pc:spChg>
        <pc:spChg chg="del mod">
          <ac:chgData name="" userId="5bc93856c28bb1ff" providerId="LiveId" clId="{22E9F89D-4D78-4630-9903-28506A34F430}" dt="2025-07-09T14:37:03.316" v="450" actId="478"/>
          <ac:spMkLst>
            <pc:docMk/>
            <pc:sldMk cId="4091870824" sldId="256"/>
            <ac:spMk id="9" creationId="{9E2A547D-360F-4CF0-8625-807504AF5673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0" creationId="{3C11F978-8C2C-4BBD-BA22-CC351CCF5C8F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1" creationId="{6A3B17D9-5ED9-4BE1-8348-20585906C1D4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2" creationId="{04508C43-2A4A-4768-8D1E-D035E645FFF0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3" creationId="{BA4DFF57-2411-4637-9BBE-56711ACF83B3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4" creationId="{F8427C47-482A-4556-B0A7-A2D23EF34839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5" creationId="{201A46DA-CBB1-48EC-A8DC-62A3A179D9F2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6" creationId="{A12442F8-3016-4D72-BB5B-863805C04EAC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7" creationId="{F31CBE68-C3FA-4EF8-BA72-A68801AA0982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8" creationId="{ED9CBED7-0B7C-4D44-9C3A-9915CA231D51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9" creationId="{9DF04284-0053-4EC0-8384-5814FBD5042B}"/>
          </ac:spMkLst>
        </pc:spChg>
        <pc:spChg chg="del mod">
          <ac:chgData name="" userId="5bc93856c28bb1ff" providerId="LiveId" clId="{22E9F89D-4D78-4630-9903-28506A34F430}" dt="2025-07-09T14:41:05.623" v="526"/>
          <ac:spMkLst>
            <pc:docMk/>
            <pc:sldMk cId="4091870824" sldId="256"/>
            <ac:spMk id="64" creationId="{BD097846-F81D-46F6-B924-4FBEDF4CE46C}"/>
          </ac:spMkLst>
        </pc:spChg>
        <pc:spChg chg="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65" creationId="{22B0517A-3DCB-4668-AAC8-5311C709FCD7}"/>
          </ac:spMkLst>
        </pc:spChg>
        <pc:spChg chg="del mod">
          <ac:chgData name="" userId="5bc93856c28bb1ff" providerId="LiveId" clId="{22E9F89D-4D78-4630-9903-28506A34F430}" dt="2025-07-09T14:41:05.623" v="526"/>
          <ac:spMkLst>
            <pc:docMk/>
            <pc:sldMk cId="4091870824" sldId="256"/>
            <ac:spMk id="72" creationId="{CBC70E99-0FDD-49C4-9E72-AD48A49E050C}"/>
          </ac:spMkLst>
        </pc:spChg>
        <pc:spChg chg="del mod">
          <ac:chgData name="" userId="5bc93856c28bb1ff" providerId="LiveId" clId="{22E9F89D-4D78-4630-9903-28506A34F430}" dt="2025-07-09T14:41:05.623" v="526"/>
          <ac:spMkLst>
            <pc:docMk/>
            <pc:sldMk cId="4091870824" sldId="256"/>
            <ac:spMk id="73" creationId="{5C01F4FC-59B1-49A2-B5AC-7D0795650E65}"/>
          </ac:spMkLst>
        </pc:spChg>
        <pc:spChg chg="add 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24" creationId="{FED92D0E-8464-4CFF-83D7-0833FA825BAD}"/>
          </ac:spMkLst>
        </pc:spChg>
        <pc:spChg chg="add 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28" creationId="{7FC91323-8CBE-446D-87EC-4A077D464D1F}"/>
          </ac:spMkLst>
        </pc:spChg>
        <pc:spChg chg="add mod">
          <ac:chgData name="" userId="5bc93856c28bb1ff" providerId="LiveId" clId="{22E9F89D-4D78-4630-9903-28506A34F430}" dt="2025-07-09T15:10:38.692" v="1412" actId="1076"/>
          <ac:spMkLst>
            <pc:docMk/>
            <pc:sldMk cId="4091870824" sldId="256"/>
            <ac:spMk id="129" creationId="{0062CCB3-268D-494A-88EF-2A17F0A5B086}"/>
          </ac:spMkLst>
        </pc:sp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21" creationId="{421435DA-9B5D-498B-AA23-66729C3D0B52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22" creationId="{00763946-6B1B-4FBA-B3B1-67F3845D5748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25" creationId="{D562AC77-44E5-4FCB-818E-8B35884A50A0}"/>
          </ac:cxnSpMkLst>
        </pc:cxnChg>
        <pc:cxnChg chg="del mod">
          <ac:chgData name="" userId="5bc93856c28bb1ff" providerId="LiveId" clId="{22E9F89D-4D78-4630-9903-28506A34F430}" dt="2025-07-09T14:37:16.236" v="455" actId="478"/>
          <ac:cxnSpMkLst>
            <pc:docMk/>
            <pc:sldMk cId="4091870824" sldId="256"/>
            <ac:cxnSpMk id="28" creationId="{B5CE917F-C148-44DF-80A2-04C899FB0DF2}"/>
          </ac:cxnSpMkLst>
        </pc:cxnChg>
        <pc:cxnChg chg="del mod">
          <ac:chgData name="" userId="5bc93856c28bb1ff" providerId="LiveId" clId="{22E9F89D-4D78-4630-9903-28506A34F430}" dt="2025-07-09T14:37:14.180" v="454" actId="478"/>
          <ac:cxnSpMkLst>
            <pc:docMk/>
            <pc:sldMk cId="4091870824" sldId="256"/>
            <ac:cxnSpMk id="31" creationId="{E7E0961A-7F43-428E-AC8D-9F475E030971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34" creationId="{5D57A597-5B47-43A6-BF66-AE61983FECF1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37" creationId="{F06C9815-F283-4F63-87DF-BEE7E5E368DE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40" creationId="{32D5C10D-2578-4331-BB63-B29D7F1C4749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43" creationId="{DF2EAEF0-C8F0-4D74-976A-858032C20695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46" creationId="{0ED43671-B560-43A1-812B-32CFCB5D926E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49" creationId="{B61FA2C8-1CA8-4760-9CAD-B3ED4C17655A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52" creationId="{C688F861-CF55-4F6E-857D-625C6095DA6B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55" creationId="{BE60C1ED-BCA9-469B-A581-94391FC98BA0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58" creationId="{CDABFCCC-369D-45DB-8D84-169749882E2F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61" creationId="{640CBE22-76BD-4A6C-8281-D47BD5823001}"/>
          </ac:cxnSpMkLst>
        </pc:cxnChg>
        <pc:cxnChg chg="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66" creationId="{BE74F29E-A507-4559-85FA-811031B158FC}"/>
          </ac:cxnSpMkLst>
        </pc:cxnChg>
        <pc:cxnChg chg="add 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125" creationId="{2AF03B30-9541-4768-95BB-67E145E8727F}"/>
          </ac:cxnSpMkLst>
        </pc:cxnChg>
        <pc:cxnChg chg="add 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130" creationId="{D4D74BCC-4215-458B-9BEE-48F930805DA0}"/>
          </ac:cxnSpMkLst>
        </pc:cxnChg>
        <pc:cxnChg chg="add del mod">
          <ac:chgData name="" userId="5bc93856c28bb1ff" providerId="LiveId" clId="{22E9F89D-4D78-4630-9903-28506A34F430}" dt="2025-07-09T14:37:12.942" v="453" actId="478"/>
          <ac:cxnSpMkLst>
            <pc:docMk/>
            <pc:sldMk cId="4091870824" sldId="256"/>
            <ac:cxnSpMk id="133" creationId="{333F5B95-040D-4C42-9DF9-41441C7529E7}"/>
          </ac:cxnSpMkLst>
        </pc:cxnChg>
        <pc:cxnChg chg="add mod">
          <ac:chgData name="" userId="5bc93856c28bb1ff" providerId="LiveId" clId="{22E9F89D-4D78-4630-9903-28506A34F430}" dt="2025-07-09T15:10:38.692" v="1412" actId="1076"/>
          <ac:cxnSpMkLst>
            <pc:docMk/>
            <pc:sldMk cId="4091870824" sldId="256"/>
            <ac:cxnSpMk id="147" creationId="{E78B2C31-7404-4871-B799-2BB5B789882E}"/>
          </ac:cxnSpMkLst>
        </pc:cxnChg>
      </pc:sldChg>
      <pc:sldChg chg="addSp modSp">
        <pc:chgData name="" userId="5bc93856c28bb1ff" providerId="LiveId" clId="{22E9F89D-4D78-4630-9903-28506A34F430}" dt="2025-07-09T16:06:29.826" v="1653" actId="14734"/>
        <pc:sldMkLst>
          <pc:docMk/>
          <pc:sldMk cId="4276099726" sldId="257"/>
        </pc:sldMkLst>
        <pc:spChg chg="add mod">
          <ac:chgData name="" userId="5bc93856c28bb1ff" providerId="LiveId" clId="{22E9F89D-4D78-4630-9903-28506A34F430}" dt="2025-07-09T15:22:04.492" v="1634" actId="1076"/>
          <ac:spMkLst>
            <pc:docMk/>
            <pc:sldMk cId="4276099726" sldId="257"/>
            <ac:spMk id="5" creationId="{05B21AD7-42DF-42B2-8CC5-AEA17646FC8F}"/>
          </ac:spMkLst>
        </pc:spChg>
        <pc:spChg chg="add mod">
          <ac:chgData name="" userId="5bc93856c28bb1ff" providerId="LiveId" clId="{22E9F89D-4D78-4630-9903-28506A34F430}" dt="2025-07-09T15:23:11.939" v="1645" actId="1076"/>
          <ac:spMkLst>
            <pc:docMk/>
            <pc:sldMk cId="4276099726" sldId="257"/>
            <ac:spMk id="6" creationId="{9C272F4D-2C99-4000-88EF-709BA7BA39A1}"/>
          </ac:spMkLst>
        </pc:spChg>
        <pc:spChg chg="add mod">
          <ac:chgData name="" userId="5bc93856c28bb1ff" providerId="LiveId" clId="{22E9F89D-4D78-4630-9903-28506A34F430}" dt="2025-07-09T15:23:33.180" v="1650" actId="1076"/>
          <ac:spMkLst>
            <pc:docMk/>
            <pc:sldMk cId="4276099726" sldId="257"/>
            <ac:spMk id="7" creationId="{19C59D0D-8050-4465-8576-BA4611685C81}"/>
          </ac:spMkLst>
        </pc:spChg>
        <pc:spChg chg="add mod">
          <ac:chgData name="" userId="5bc93856c28bb1ff" providerId="LiveId" clId="{22E9F89D-4D78-4630-9903-28506A34F430}" dt="2025-07-09T15:20:33.972" v="1621" actId="1076"/>
          <ac:spMkLst>
            <pc:docMk/>
            <pc:sldMk cId="4276099726" sldId="257"/>
            <ac:spMk id="8" creationId="{399D7FDF-42E7-46F9-98B0-B79C3A847748}"/>
          </ac:spMkLst>
        </pc:spChg>
        <pc:spChg chg="add mod">
          <ac:chgData name="" userId="5bc93856c28bb1ff" providerId="LiveId" clId="{22E9F89D-4D78-4630-9903-28506A34F430}" dt="2025-07-09T15:20:39.052" v="1623" actId="1076"/>
          <ac:spMkLst>
            <pc:docMk/>
            <pc:sldMk cId="4276099726" sldId="257"/>
            <ac:spMk id="9" creationId="{BDD24930-1605-4188-946E-A7DA6A21644B}"/>
          </ac:spMkLst>
        </pc:spChg>
        <pc:spChg chg="add mod">
          <ac:chgData name="" userId="5bc93856c28bb1ff" providerId="LiveId" clId="{22E9F89D-4D78-4630-9903-28506A34F430}" dt="2025-07-09T15:23:21.475" v="1647" actId="1076"/>
          <ac:spMkLst>
            <pc:docMk/>
            <pc:sldMk cId="4276099726" sldId="257"/>
            <ac:spMk id="10" creationId="{90A165D5-6218-4F72-AEFB-C7FB4947B122}"/>
          </ac:spMkLst>
        </pc:spChg>
        <pc:spChg chg="add mod">
          <ac:chgData name="" userId="5bc93856c28bb1ff" providerId="LiveId" clId="{22E9F89D-4D78-4630-9903-28506A34F430}" dt="2025-07-09T15:21:00.164" v="1629" actId="1076"/>
          <ac:spMkLst>
            <pc:docMk/>
            <pc:sldMk cId="4276099726" sldId="257"/>
            <ac:spMk id="11" creationId="{46AC2E0B-DEC4-40C9-82DC-CD81752E15C9}"/>
          </ac:spMkLst>
        </pc:spChg>
        <pc:spChg chg="add mod">
          <ac:chgData name="" userId="5bc93856c28bb1ff" providerId="LiveId" clId="{22E9F89D-4D78-4630-9903-28506A34F430}" dt="2025-07-09T15:21:02.268" v="1630" actId="1076"/>
          <ac:spMkLst>
            <pc:docMk/>
            <pc:sldMk cId="4276099726" sldId="257"/>
            <ac:spMk id="12" creationId="{FEB90377-9EE7-43BE-B483-787D08CDB920}"/>
          </ac:spMkLst>
        </pc:spChg>
        <pc:spChg chg="add mod">
          <ac:chgData name="" userId="5bc93856c28bb1ff" providerId="LiveId" clId="{22E9F89D-4D78-4630-9903-28506A34F430}" dt="2025-07-09T15:21:06.364" v="1631" actId="1076"/>
          <ac:spMkLst>
            <pc:docMk/>
            <pc:sldMk cId="4276099726" sldId="257"/>
            <ac:spMk id="13" creationId="{6CBB3301-9274-4E4B-A300-5C8AC78EDE2C}"/>
          </ac:spMkLst>
        </pc:spChg>
        <pc:spChg chg="add mod">
          <ac:chgData name="" userId="5bc93856c28bb1ff" providerId="LiveId" clId="{22E9F89D-4D78-4630-9903-28506A34F430}" dt="2025-07-09T15:22:04.492" v="1634" actId="1076"/>
          <ac:spMkLst>
            <pc:docMk/>
            <pc:sldMk cId="4276099726" sldId="257"/>
            <ac:spMk id="14" creationId="{C5A90192-61E9-40F2-B960-32F613E89C48}"/>
          </ac:spMkLst>
        </pc:spChg>
        <pc:spChg chg="add mod">
          <ac:chgData name="" userId="5bc93856c28bb1ff" providerId="LiveId" clId="{22E9F89D-4D78-4630-9903-28506A34F430}" dt="2025-07-09T15:22:16.444" v="1636" actId="1076"/>
          <ac:spMkLst>
            <pc:docMk/>
            <pc:sldMk cId="4276099726" sldId="257"/>
            <ac:spMk id="15" creationId="{536F73EE-2C82-4418-BD04-E0284931CC10}"/>
          </ac:spMkLst>
        </pc:spChg>
        <pc:spChg chg="add mod">
          <ac:chgData name="" userId="5bc93856c28bb1ff" providerId="LiveId" clId="{22E9F89D-4D78-4630-9903-28506A34F430}" dt="2025-07-09T15:22:28.228" v="1638" actId="1076"/>
          <ac:spMkLst>
            <pc:docMk/>
            <pc:sldMk cId="4276099726" sldId="257"/>
            <ac:spMk id="16" creationId="{8758237A-D2A0-400E-B8EE-A767AC766BF8}"/>
          </ac:spMkLst>
        </pc:spChg>
        <pc:spChg chg="add mod">
          <ac:chgData name="" userId="5bc93856c28bb1ff" providerId="LiveId" clId="{22E9F89D-4D78-4630-9903-28506A34F430}" dt="2025-07-09T15:22:31.315" v="1640" actId="1076"/>
          <ac:spMkLst>
            <pc:docMk/>
            <pc:sldMk cId="4276099726" sldId="257"/>
            <ac:spMk id="17" creationId="{30C9C564-EE66-4FDB-98FF-2B9A7EB8104D}"/>
          </ac:spMkLst>
        </pc:spChg>
        <pc:spChg chg="add mod">
          <ac:chgData name="" userId="5bc93856c28bb1ff" providerId="LiveId" clId="{22E9F89D-4D78-4630-9903-28506A34F430}" dt="2025-07-09T15:22:48.476" v="1642" actId="1076"/>
          <ac:spMkLst>
            <pc:docMk/>
            <pc:sldMk cId="4276099726" sldId="257"/>
            <ac:spMk id="18" creationId="{1B101692-0166-4169-BCED-3163CD553B92}"/>
          </ac:spMkLst>
        </pc:spChg>
        <pc:spChg chg="add mod">
          <ac:chgData name="" userId="5bc93856c28bb1ff" providerId="LiveId" clId="{22E9F89D-4D78-4630-9903-28506A34F430}" dt="2025-07-09T15:22:53.971" v="1644" actId="1076"/>
          <ac:spMkLst>
            <pc:docMk/>
            <pc:sldMk cId="4276099726" sldId="257"/>
            <ac:spMk id="19" creationId="{8E9BB691-5BB4-4290-8B89-41A8ACD26883}"/>
          </ac:spMkLst>
        </pc:spChg>
        <pc:spChg chg="add mod">
          <ac:chgData name="" userId="5bc93856c28bb1ff" providerId="LiveId" clId="{22E9F89D-4D78-4630-9903-28506A34F430}" dt="2025-07-09T15:23:29.156" v="1649" actId="1076"/>
          <ac:spMkLst>
            <pc:docMk/>
            <pc:sldMk cId="4276099726" sldId="257"/>
            <ac:spMk id="20" creationId="{EB8D5B18-E26F-473C-819E-A0CB69BE80F3}"/>
          </ac:spMkLst>
        </pc:spChg>
        <pc:spChg chg="add mod">
          <ac:chgData name="" userId="5bc93856c28bb1ff" providerId="LiveId" clId="{22E9F89D-4D78-4630-9903-28506A34F430}" dt="2025-07-09T15:23:45.067" v="1652" actId="1076"/>
          <ac:spMkLst>
            <pc:docMk/>
            <pc:sldMk cId="4276099726" sldId="257"/>
            <ac:spMk id="21" creationId="{1C779139-51CA-44DE-9689-E5A40AADC5D3}"/>
          </ac:spMkLst>
        </pc:spChg>
        <pc:graphicFrameChg chg="mod modGraphic">
          <ac:chgData name="" userId="5bc93856c28bb1ff" providerId="LiveId" clId="{22E9F89D-4D78-4630-9903-28506A34F430}" dt="2025-07-09T16:06:29.826" v="1653" actId="14734"/>
          <ac:graphicFrameMkLst>
            <pc:docMk/>
            <pc:sldMk cId="4276099726" sldId="257"/>
            <ac:graphicFrameMk id="4" creationId="{593671E4-5968-4DEC-A069-6E7969F19AA9}"/>
          </ac:graphicFrameMkLst>
        </pc:graphicFrameChg>
      </pc:sldChg>
      <pc:sldChg chg="addSp delSp modSp add">
        <pc:chgData name="" userId="5bc93856c28bb1ff" providerId="LiveId" clId="{22E9F89D-4D78-4630-9903-28506A34F430}" dt="2025-07-09T16:57:35.895" v="1662" actId="14100"/>
        <pc:sldMkLst>
          <pc:docMk/>
          <pc:sldMk cId="1321257662" sldId="258"/>
        </pc:sldMkLst>
        <pc:spChg chg="del">
          <ac:chgData name="" userId="5bc93856c28bb1ff" providerId="LiveId" clId="{22E9F89D-4D78-4630-9903-28506A34F430}" dt="2025-07-09T16:57:09.064" v="1655" actId="478"/>
          <ac:spMkLst>
            <pc:docMk/>
            <pc:sldMk cId="1321257662" sldId="258"/>
            <ac:spMk id="2" creationId="{D5AE46E2-BD30-402F-ABF6-B4DCA10ACA95}"/>
          </ac:spMkLst>
        </pc:spChg>
        <pc:spChg chg="del">
          <ac:chgData name="" userId="5bc93856c28bb1ff" providerId="LiveId" clId="{22E9F89D-4D78-4630-9903-28506A34F430}" dt="2025-07-09T16:57:09.064" v="1655" actId="478"/>
          <ac:spMkLst>
            <pc:docMk/>
            <pc:sldMk cId="1321257662" sldId="258"/>
            <ac:spMk id="3" creationId="{331D2D5F-B3BD-4CA2-9B1A-A1B6AC13C498}"/>
          </ac:spMkLst>
        </pc:spChg>
        <pc:spChg chg="add mod">
          <ac:chgData name="" userId="5bc93856c28bb1ff" providerId="LiveId" clId="{22E9F89D-4D78-4630-9903-28506A34F430}" dt="2025-07-09T16:57:35.895" v="1662" actId="14100"/>
          <ac:spMkLst>
            <pc:docMk/>
            <pc:sldMk cId="1321257662" sldId="258"/>
            <ac:spMk id="4" creationId="{B0A4D55E-FF72-42BB-BFB5-D606210756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0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8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9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6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4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3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0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5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8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7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D05C-80A4-4486-B080-A6E83FEEF4BA}" type="datetimeFigureOut">
              <a:rPr lang="en-US" smtClean="0"/>
              <a:t>07/09/2025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F47FB-EFB4-482E-AE32-A7232BE0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6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A4B411-0DD8-4712-AFA5-F1B384A04E80}"/>
              </a:ext>
            </a:extLst>
          </p:cNvPr>
          <p:cNvSpPr/>
          <p:nvPr/>
        </p:nvSpPr>
        <p:spPr>
          <a:xfrm>
            <a:off x="3076350" y="1745829"/>
            <a:ext cx="705300" cy="21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Game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2CF1D-C11E-4102-83B4-E092AD36714C}"/>
              </a:ext>
            </a:extLst>
          </p:cNvPr>
          <p:cNvSpPr/>
          <p:nvPr/>
        </p:nvSpPr>
        <p:spPr>
          <a:xfrm>
            <a:off x="1156584" y="2620557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Mechanic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2EE7B-525E-4F7B-BE81-02C1C2AF4493}"/>
              </a:ext>
            </a:extLst>
          </p:cNvPr>
          <p:cNvSpPr/>
          <p:nvPr/>
        </p:nvSpPr>
        <p:spPr>
          <a:xfrm>
            <a:off x="2489629" y="2620557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Graphic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755CF-980C-458E-B165-88BC0A8FC2C7}"/>
              </a:ext>
            </a:extLst>
          </p:cNvPr>
          <p:cNvSpPr/>
          <p:nvPr/>
        </p:nvSpPr>
        <p:spPr>
          <a:xfrm>
            <a:off x="1266887" y="3181090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11F978-8C2C-4BBD-BA22-CC351CCF5C8F}"/>
              </a:ext>
            </a:extLst>
          </p:cNvPr>
          <p:cNvSpPr/>
          <p:nvPr/>
        </p:nvSpPr>
        <p:spPr>
          <a:xfrm>
            <a:off x="2608928" y="2907740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GUI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B17D9-5ED9-4BE1-8348-20585906C1D4}"/>
              </a:ext>
            </a:extLst>
          </p:cNvPr>
          <p:cNvSpPr/>
          <p:nvPr/>
        </p:nvSpPr>
        <p:spPr>
          <a:xfrm>
            <a:off x="2608927" y="3203859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08C43-2A4A-4768-8D1E-D035E645FFF0}"/>
              </a:ext>
            </a:extLst>
          </p:cNvPr>
          <p:cNvSpPr/>
          <p:nvPr/>
        </p:nvSpPr>
        <p:spPr>
          <a:xfrm>
            <a:off x="2731372" y="3804021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Character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DFF57-2411-4637-9BBE-56711ACF83B3}"/>
              </a:ext>
            </a:extLst>
          </p:cNvPr>
          <p:cNvSpPr/>
          <p:nvPr/>
        </p:nvSpPr>
        <p:spPr>
          <a:xfrm>
            <a:off x="2726181" y="3538557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427C47-482A-4556-B0A7-A2D23EF34839}"/>
              </a:ext>
            </a:extLst>
          </p:cNvPr>
          <p:cNvSpPr/>
          <p:nvPr/>
        </p:nvSpPr>
        <p:spPr>
          <a:xfrm>
            <a:off x="2726181" y="4070448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Effect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1A46DA-CBB1-48EC-A8DC-62A3A179D9F2}"/>
              </a:ext>
            </a:extLst>
          </p:cNvPr>
          <p:cNvSpPr/>
          <p:nvPr/>
        </p:nvSpPr>
        <p:spPr>
          <a:xfrm>
            <a:off x="1286038" y="4034784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Collision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442F8-3016-4D72-BB5B-863805C04EAC}"/>
              </a:ext>
            </a:extLst>
          </p:cNvPr>
          <p:cNvSpPr/>
          <p:nvPr/>
        </p:nvSpPr>
        <p:spPr>
          <a:xfrm>
            <a:off x="1286038" y="4338997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Gravity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1CBE68-C3FA-4EF8-BA72-A68801AA0982}"/>
              </a:ext>
            </a:extLst>
          </p:cNvPr>
          <p:cNvSpPr/>
          <p:nvPr/>
        </p:nvSpPr>
        <p:spPr>
          <a:xfrm>
            <a:off x="3687665" y="2620557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Sound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CBED7-0B7C-4D44-9C3A-9915CA231D51}"/>
              </a:ext>
            </a:extLst>
          </p:cNvPr>
          <p:cNvSpPr/>
          <p:nvPr/>
        </p:nvSpPr>
        <p:spPr>
          <a:xfrm>
            <a:off x="3794465" y="2944583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Object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F04284-0053-4EC0-8384-5814FBD5042B}"/>
              </a:ext>
            </a:extLst>
          </p:cNvPr>
          <p:cNvSpPr/>
          <p:nvPr/>
        </p:nvSpPr>
        <p:spPr>
          <a:xfrm>
            <a:off x="3794465" y="3203859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BGM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21435DA-9B5D-498B-AA23-66729C3D0B5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125080" y="1316637"/>
            <a:ext cx="661358" cy="19464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0763946-6B1B-4FBA-B3B1-67F3845D574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791603" y="1983160"/>
            <a:ext cx="661358" cy="6134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562AC77-44E5-4FCB-818E-8B35884A50A0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3390621" y="1997579"/>
            <a:ext cx="661358" cy="5845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D57A597-5B47-43A6-BF66-AE61983FECF1}"/>
              </a:ext>
            </a:extLst>
          </p:cNvPr>
          <p:cNvCxnSpPr>
            <a:cxnSpLocks/>
            <a:stCxn id="5" idx="1"/>
            <a:endCxn id="8" idx="1"/>
          </p:cNvCxnSpPr>
          <p:nvPr/>
        </p:nvCxnSpPr>
        <p:spPr>
          <a:xfrm rot="10800000" flipH="1" flipV="1">
            <a:off x="1156584" y="2724979"/>
            <a:ext cx="110303" cy="560533"/>
          </a:xfrm>
          <a:prstGeom prst="bentConnector3">
            <a:avLst>
              <a:gd name="adj1" fmla="val -1165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06C9815-F283-4F63-87DF-BEE7E5E368DE}"/>
              </a:ext>
            </a:extLst>
          </p:cNvPr>
          <p:cNvCxnSpPr>
            <a:cxnSpLocks/>
            <a:stCxn id="5" idx="1"/>
            <a:endCxn id="15" idx="1"/>
          </p:cNvCxnSpPr>
          <p:nvPr/>
        </p:nvCxnSpPr>
        <p:spPr>
          <a:xfrm rot="10800000" flipH="1" flipV="1">
            <a:off x="1156584" y="2724979"/>
            <a:ext cx="129454" cy="1414227"/>
          </a:xfrm>
          <a:prstGeom prst="bentConnector3">
            <a:avLst>
              <a:gd name="adj1" fmla="val -9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D5C10D-2578-4331-BB63-B29D7F1C4749}"/>
              </a:ext>
            </a:extLst>
          </p:cNvPr>
          <p:cNvCxnSpPr>
            <a:cxnSpLocks/>
            <a:stCxn id="5" idx="1"/>
            <a:endCxn id="16" idx="1"/>
          </p:cNvCxnSpPr>
          <p:nvPr/>
        </p:nvCxnSpPr>
        <p:spPr>
          <a:xfrm rot="10800000" flipH="1" flipV="1">
            <a:off x="1156584" y="2724979"/>
            <a:ext cx="129454" cy="1718440"/>
          </a:xfrm>
          <a:prstGeom prst="bentConnector3">
            <a:avLst>
              <a:gd name="adj1" fmla="val -9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F2EAEF0-C8F0-4D74-976A-858032C20695}"/>
              </a:ext>
            </a:extLst>
          </p:cNvPr>
          <p:cNvCxnSpPr>
            <a:cxnSpLocks/>
            <a:stCxn id="6" idx="1"/>
            <a:endCxn id="10" idx="1"/>
          </p:cNvCxnSpPr>
          <p:nvPr/>
        </p:nvCxnSpPr>
        <p:spPr>
          <a:xfrm rot="10800000" flipH="1" flipV="1">
            <a:off x="2489628" y="2724979"/>
            <a:ext cx="119299" cy="287183"/>
          </a:xfrm>
          <a:prstGeom prst="bentConnector3">
            <a:avLst>
              <a:gd name="adj1" fmla="val -1077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ED43671-B560-43A1-812B-32CFCB5D926E}"/>
              </a:ext>
            </a:extLst>
          </p:cNvPr>
          <p:cNvCxnSpPr>
            <a:cxnSpLocks/>
            <a:stCxn id="6" idx="1"/>
            <a:endCxn id="11" idx="1"/>
          </p:cNvCxnSpPr>
          <p:nvPr/>
        </p:nvCxnSpPr>
        <p:spPr>
          <a:xfrm rot="10800000" flipH="1" flipV="1">
            <a:off x="2489629" y="2724979"/>
            <a:ext cx="119298" cy="583302"/>
          </a:xfrm>
          <a:prstGeom prst="bentConnector3">
            <a:avLst>
              <a:gd name="adj1" fmla="val -1077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61FA2C8-1CA8-4760-9CAD-B3ED4C17655A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rot="10800000" flipH="1" flipV="1">
            <a:off x="2608927" y="3308281"/>
            <a:ext cx="122445" cy="600162"/>
          </a:xfrm>
          <a:prstGeom prst="bentConnector3">
            <a:avLst>
              <a:gd name="adj1" fmla="val -1050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688F861-CF55-4F6E-857D-625C6095DA6B}"/>
              </a:ext>
            </a:extLst>
          </p:cNvPr>
          <p:cNvCxnSpPr>
            <a:cxnSpLocks/>
            <a:stCxn id="11" idx="1"/>
            <a:endCxn id="14" idx="1"/>
          </p:cNvCxnSpPr>
          <p:nvPr/>
        </p:nvCxnSpPr>
        <p:spPr>
          <a:xfrm rot="10800000" flipH="1" flipV="1">
            <a:off x="2608927" y="3308281"/>
            <a:ext cx="117254" cy="866589"/>
          </a:xfrm>
          <a:prstGeom prst="bentConnector3">
            <a:avLst>
              <a:gd name="adj1" fmla="val -109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E60C1ED-BCA9-469B-A581-94391FC98BA0}"/>
              </a:ext>
            </a:extLst>
          </p:cNvPr>
          <p:cNvCxnSpPr>
            <a:cxnSpLocks/>
            <a:stCxn id="11" idx="1"/>
            <a:endCxn id="13" idx="1"/>
          </p:cNvCxnSpPr>
          <p:nvPr/>
        </p:nvCxnSpPr>
        <p:spPr>
          <a:xfrm rot="10800000" flipH="1" flipV="1">
            <a:off x="2608927" y="3308281"/>
            <a:ext cx="117254" cy="334698"/>
          </a:xfrm>
          <a:prstGeom prst="bentConnector3">
            <a:avLst>
              <a:gd name="adj1" fmla="val -109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DABFCCC-369D-45DB-8D84-169749882E2F}"/>
              </a:ext>
            </a:extLst>
          </p:cNvPr>
          <p:cNvCxnSpPr>
            <a:cxnSpLocks/>
            <a:stCxn id="17" idx="1"/>
            <a:endCxn id="18" idx="1"/>
          </p:cNvCxnSpPr>
          <p:nvPr/>
        </p:nvCxnSpPr>
        <p:spPr>
          <a:xfrm rot="10800000" flipH="1" flipV="1">
            <a:off x="3687665" y="2724979"/>
            <a:ext cx="106800" cy="324026"/>
          </a:xfrm>
          <a:prstGeom prst="bentConnector3">
            <a:avLst>
              <a:gd name="adj1" fmla="val -1204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40CBE22-76BD-4A6C-8281-D47BD5823001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H="1" flipV="1">
            <a:off x="3687665" y="2724979"/>
            <a:ext cx="106800" cy="583302"/>
          </a:xfrm>
          <a:prstGeom prst="bentConnector3">
            <a:avLst>
              <a:gd name="adj1" fmla="val -1204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22B0517A-3DCB-4668-AAC8-5311C709FCD7}"/>
              </a:ext>
            </a:extLst>
          </p:cNvPr>
          <p:cNvSpPr/>
          <p:nvPr/>
        </p:nvSpPr>
        <p:spPr>
          <a:xfrm>
            <a:off x="4529344" y="2595436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Story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E74F29E-A507-4559-85FA-811031B158FC}"/>
              </a:ext>
            </a:extLst>
          </p:cNvPr>
          <p:cNvCxnSpPr>
            <a:cxnSpLocks/>
            <a:stCxn id="4" idx="2"/>
            <a:endCxn id="65" idx="0"/>
          </p:cNvCxnSpPr>
          <p:nvPr/>
        </p:nvCxnSpPr>
        <p:spPr>
          <a:xfrm rot="16200000" flipH="1">
            <a:off x="3824021" y="1564178"/>
            <a:ext cx="636237" cy="1426278"/>
          </a:xfrm>
          <a:prstGeom prst="bentConnector3">
            <a:avLst>
              <a:gd name="adj1" fmla="val 523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ED92D0E-8464-4CFF-83D7-0833FA825BAD}"/>
              </a:ext>
            </a:extLst>
          </p:cNvPr>
          <p:cNvSpPr/>
          <p:nvPr/>
        </p:nvSpPr>
        <p:spPr>
          <a:xfrm>
            <a:off x="1266887" y="2907740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Character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2AF03B30-9541-4768-95BB-67E145E8727F}"/>
              </a:ext>
            </a:extLst>
          </p:cNvPr>
          <p:cNvCxnSpPr>
            <a:cxnSpLocks/>
            <a:stCxn id="5" idx="1"/>
            <a:endCxn id="124" idx="1"/>
          </p:cNvCxnSpPr>
          <p:nvPr/>
        </p:nvCxnSpPr>
        <p:spPr>
          <a:xfrm rot="10800000" flipH="1" flipV="1">
            <a:off x="1156584" y="2724979"/>
            <a:ext cx="110303" cy="287183"/>
          </a:xfrm>
          <a:prstGeom prst="bentConnector3">
            <a:avLst>
              <a:gd name="adj1" fmla="val -1165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FC91323-8CBE-446D-87EC-4A077D464D1F}"/>
              </a:ext>
            </a:extLst>
          </p:cNvPr>
          <p:cNvSpPr/>
          <p:nvPr/>
        </p:nvSpPr>
        <p:spPr>
          <a:xfrm>
            <a:off x="1266887" y="3454440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Rule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62CCB3-268D-494A-88EF-2A17F0A5B086}"/>
              </a:ext>
            </a:extLst>
          </p:cNvPr>
          <p:cNvSpPr/>
          <p:nvPr/>
        </p:nvSpPr>
        <p:spPr>
          <a:xfrm>
            <a:off x="1272869" y="3727791"/>
            <a:ext cx="651869" cy="20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Sound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D4D74BCC-4215-458B-9BEE-48F930805DA0}"/>
              </a:ext>
            </a:extLst>
          </p:cNvPr>
          <p:cNvCxnSpPr>
            <a:cxnSpLocks/>
            <a:stCxn id="5" idx="1"/>
            <a:endCxn id="128" idx="1"/>
          </p:cNvCxnSpPr>
          <p:nvPr/>
        </p:nvCxnSpPr>
        <p:spPr>
          <a:xfrm rot="10800000" flipH="1" flipV="1">
            <a:off x="1156584" y="2724979"/>
            <a:ext cx="110303" cy="833883"/>
          </a:xfrm>
          <a:prstGeom prst="bentConnector3">
            <a:avLst>
              <a:gd name="adj1" fmla="val -1165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E78B2C31-7404-4871-B799-2BB5B789882E}"/>
              </a:ext>
            </a:extLst>
          </p:cNvPr>
          <p:cNvCxnSpPr>
            <a:cxnSpLocks/>
            <a:stCxn id="5" idx="1"/>
            <a:endCxn id="129" idx="1"/>
          </p:cNvCxnSpPr>
          <p:nvPr/>
        </p:nvCxnSpPr>
        <p:spPr>
          <a:xfrm rot="10800000" flipH="1" flipV="1">
            <a:off x="1156584" y="2724979"/>
            <a:ext cx="116285" cy="1107233"/>
          </a:xfrm>
          <a:prstGeom prst="bentConnector3">
            <a:avLst>
              <a:gd name="adj1" fmla="val -110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87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671E4-5968-4DEC-A069-6E7969F19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309297"/>
              </p:ext>
            </p:extLst>
          </p:nvPr>
        </p:nvGraphicFramePr>
        <p:xfrm>
          <a:off x="0" y="0"/>
          <a:ext cx="6858000" cy="7705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358494564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19881859"/>
                    </a:ext>
                  </a:extLst>
                </a:gridCol>
                <a:gridCol w="3063018">
                  <a:extLst>
                    <a:ext uri="{9D8B030D-6E8A-4147-A177-3AD203B41FA5}">
                      <a16:colId xmlns:a16="http://schemas.microsoft.com/office/drawing/2014/main" val="1516016693"/>
                    </a:ext>
                  </a:extLst>
                </a:gridCol>
                <a:gridCol w="828953">
                  <a:extLst>
                    <a:ext uri="{9D8B030D-6E8A-4147-A177-3AD203B41FA5}">
                      <a16:colId xmlns:a16="http://schemas.microsoft.com/office/drawing/2014/main" val="144987356"/>
                    </a:ext>
                  </a:extLst>
                </a:gridCol>
                <a:gridCol w="725749">
                  <a:extLst>
                    <a:ext uri="{9D8B030D-6E8A-4147-A177-3AD203B41FA5}">
                      <a16:colId xmlns:a16="http://schemas.microsoft.com/office/drawing/2014/main" val="1836138627"/>
                    </a:ext>
                  </a:extLst>
                </a:gridCol>
              </a:tblGrid>
              <a:tr h="241102">
                <a:tc>
                  <a:txBody>
                    <a:bodyPr/>
                    <a:lstStyle/>
                    <a:p>
                      <a:r>
                        <a:rPr lang="en-US" sz="1000" dirty="0"/>
                        <a:t>Production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Work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Requie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ED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328133452"/>
                  </a:ext>
                </a:extLst>
              </a:tr>
              <a:tr h="241102">
                <a:tc rowSpan="3">
                  <a:txBody>
                    <a:bodyPr/>
                    <a:lstStyle/>
                    <a:p>
                      <a:r>
                        <a:rPr lang="en-US" sz="1000" dirty="0" err="1"/>
                        <a:t>Mechanic.Character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Player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Move, Skill, Combat, Interactive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616122380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Crep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Move, Skill, Combat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501361446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Boss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Move, Skill, Combat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177448904"/>
                  </a:ext>
                </a:extLst>
              </a:tr>
              <a:tr h="241102">
                <a:tc rowSpan="2">
                  <a:txBody>
                    <a:bodyPr/>
                    <a:lstStyle/>
                    <a:p>
                      <a:r>
                        <a:rPr lang="en-US" sz="1000" dirty="0"/>
                        <a:t>Mechanic.AI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Crep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Find Player to Chase, block dmg(possible)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4023571766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Boss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Find Player, Skill’s logic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784648157"/>
                  </a:ext>
                </a:extLst>
              </a:tr>
              <a:tr h="241102">
                <a:tc rowSpan="2">
                  <a:txBody>
                    <a:bodyPr/>
                    <a:lstStyle/>
                    <a:p>
                      <a:r>
                        <a:rPr lang="en-US" sz="1000" dirty="0" err="1"/>
                        <a:t>Mechanic.Rule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Quest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Complete quest to unlock area, 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386863377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Quiz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Solve </a:t>
                      </a:r>
                      <a:r>
                        <a:rPr lang="en-US" sz="1000" dirty="0" err="1"/>
                        <a:t>quizes</a:t>
                      </a:r>
                      <a:r>
                        <a:rPr lang="en-US" sz="1000" dirty="0"/>
                        <a:t> to pass gates, reduce boss’s power, find key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865590717"/>
                  </a:ext>
                </a:extLst>
              </a:tr>
              <a:tr h="241102">
                <a:tc rowSpan="2">
                  <a:txBody>
                    <a:bodyPr/>
                    <a:lstStyle/>
                    <a:p>
                      <a:r>
                        <a:rPr lang="en-US" sz="1000" dirty="0" err="1"/>
                        <a:t>Mechanic.Sound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BGM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Active when player get in area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7/7/2025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935573090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Object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Play when Interactive </a:t>
                      </a:r>
                      <a:r>
                        <a:rPr lang="en-US" sz="1000" dirty="0" err="1"/>
                        <a:t>enviroment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742926721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Mechanic.Collision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Avilable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25/6/2025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884055834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Mechanic.Gravity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Apply to character, some object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28/6/2025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924012088"/>
                  </a:ext>
                </a:extLst>
              </a:tr>
              <a:tr h="360045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Graphic.GUI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Player’s stat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Hp bar, </a:t>
                      </a:r>
                      <a:r>
                        <a:rPr lang="en-US" sz="1000" dirty="0" err="1"/>
                        <a:t>Mp</a:t>
                      </a:r>
                      <a:r>
                        <a:rPr lang="en-US" sz="1000" dirty="0"/>
                        <a:t> bar, skill, item, buff, </a:t>
                      </a:r>
                      <a:r>
                        <a:rPr lang="en-US" sz="1000" dirty="0" err="1"/>
                        <a:t>debuff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28/6/2025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672890607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Menu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New, continue(load), save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551667657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Setting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Graphic, sound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9339895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inventory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list item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94845915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Shop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List buy item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165107259"/>
                  </a:ext>
                </a:extLst>
              </a:tr>
              <a:tr h="36004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Graphic.Object.Map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Background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3899116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Ground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25/6/2025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203075334"/>
                  </a:ext>
                </a:extLst>
              </a:tr>
              <a:tr h="36004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Frontground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698608602"/>
                  </a:ext>
                </a:extLst>
              </a:tr>
              <a:tr h="24110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Graphic.Object.Character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(Sprite + Animation)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Player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5/7/2025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710285583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Crep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304656989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Boss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147289372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Graphic.Object.Effect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956245022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Sound.BGM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7/7/2025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281125766"/>
                  </a:ext>
                </a:extLst>
              </a:tr>
              <a:tr h="24110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Sound.Object</a:t>
                      </a: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Character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961135933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Environment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354637494"/>
                  </a:ext>
                </a:extLst>
              </a:tr>
              <a:tr h="31824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Physic Object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384623414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Story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9/7/2025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865863132"/>
                  </a:ext>
                </a:extLst>
              </a:tr>
              <a:tr h="241102">
                <a:tc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25/6/2025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20/9/2025</a:t>
                      </a: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474102487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05B21AD7-42DF-42B2-8CC5-AEA17646FC8F}"/>
              </a:ext>
            </a:extLst>
          </p:cNvPr>
          <p:cNvSpPr/>
          <p:nvPr/>
        </p:nvSpPr>
        <p:spPr>
          <a:xfrm>
            <a:off x="53340" y="470245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272F4D-2C99-4000-88EF-709BA7BA39A1}"/>
              </a:ext>
            </a:extLst>
          </p:cNvPr>
          <p:cNvSpPr/>
          <p:nvPr/>
        </p:nvSpPr>
        <p:spPr>
          <a:xfrm>
            <a:off x="320040" y="4513361"/>
            <a:ext cx="206016" cy="215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C59D0D-8050-4465-8576-BA4611685C81}"/>
              </a:ext>
            </a:extLst>
          </p:cNvPr>
          <p:cNvSpPr/>
          <p:nvPr/>
        </p:nvSpPr>
        <p:spPr>
          <a:xfrm>
            <a:off x="633288" y="7239910"/>
            <a:ext cx="206016" cy="2155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9D7FDF-42E7-46F9-98B0-B79C3A847748}"/>
              </a:ext>
            </a:extLst>
          </p:cNvPr>
          <p:cNvSpPr/>
          <p:nvPr/>
        </p:nvSpPr>
        <p:spPr>
          <a:xfrm>
            <a:off x="-1463316" y="2436205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D24930-1605-4188-946E-A7DA6A21644B}"/>
              </a:ext>
            </a:extLst>
          </p:cNvPr>
          <p:cNvSpPr/>
          <p:nvPr/>
        </p:nvSpPr>
        <p:spPr>
          <a:xfrm>
            <a:off x="-1463316" y="2798861"/>
            <a:ext cx="206016" cy="215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A165D5-6218-4F72-AEFB-C7FB4947B122}"/>
              </a:ext>
            </a:extLst>
          </p:cNvPr>
          <p:cNvSpPr/>
          <p:nvPr/>
        </p:nvSpPr>
        <p:spPr>
          <a:xfrm>
            <a:off x="-1463316" y="3161517"/>
            <a:ext cx="206016" cy="2155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AC2E0B-DEC4-40C9-82DC-CD81752E15C9}"/>
              </a:ext>
            </a:extLst>
          </p:cNvPr>
          <p:cNvSpPr/>
          <p:nvPr/>
        </p:nvSpPr>
        <p:spPr>
          <a:xfrm>
            <a:off x="53340" y="1167083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B90377-9EE7-43BE-B483-787D08CDB920}"/>
              </a:ext>
            </a:extLst>
          </p:cNvPr>
          <p:cNvSpPr/>
          <p:nvPr/>
        </p:nvSpPr>
        <p:spPr>
          <a:xfrm>
            <a:off x="343314" y="1178121"/>
            <a:ext cx="206016" cy="215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BB3301-9274-4E4B-A300-5C8AC78EDE2C}"/>
              </a:ext>
            </a:extLst>
          </p:cNvPr>
          <p:cNvSpPr/>
          <p:nvPr/>
        </p:nvSpPr>
        <p:spPr>
          <a:xfrm>
            <a:off x="633288" y="1178121"/>
            <a:ext cx="206016" cy="2155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A90192-61E9-40F2-B960-32F613E89C48}"/>
              </a:ext>
            </a:extLst>
          </p:cNvPr>
          <p:cNvSpPr/>
          <p:nvPr/>
        </p:nvSpPr>
        <p:spPr>
          <a:xfrm>
            <a:off x="320040" y="470244"/>
            <a:ext cx="206016" cy="215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6F73EE-2C82-4418-BD04-E0284931CC10}"/>
              </a:ext>
            </a:extLst>
          </p:cNvPr>
          <p:cNvSpPr/>
          <p:nvPr/>
        </p:nvSpPr>
        <p:spPr>
          <a:xfrm>
            <a:off x="53340" y="2131405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58237A-D2A0-400E-B8EE-A767AC766BF8}"/>
              </a:ext>
            </a:extLst>
          </p:cNvPr>
          <p:cNvSpPr/>
          <p:nvPr/>
        </p:nvSpPr>
        <p:spPr>
          <a:xfrm>
            <a:off x="1181100" y="2436205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C9C564-EE66-4FDB-98FF-2B9A7EB8104D}"/>
              </a:ext>
            </a:extLst>
          </p:cNvPr>
          <p:cNvSpPr/>
          <p:nvPr/>
        </p:nvSpPr>
        <p:spPr>
          <a:xfrm>
            <a:off x="1181100" y="2691083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101692-0166-4169-BCED-3163CD553B92}"/>
              </a:ext>
            </a:extLst>
          </p:cNvPr>
          <p:cNvSpPr/>
          <p:nvPr/>
        </p:nvSpPr>
        <p:spPr>
          <a:xfrm>
            <a:off x="633288" y="3168039"/>
            <a:ext cx="206016" cy="2155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9BB691-5BB4-4290-8B89-41A8ACD26883}"/>
              </a:ext>
            </a:extLst>
          </p:cNvPr>
          <p:cNvSpPr/>
          <p:nvPr/>
        </p:nvSpPr>
        <p:spPr>
          <a:xfrm>
            <a:off x="53340" y="3161516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8D5B18-E26F-473C-819E-A0CB69BE80F3}"/>
              </a:ext>
            </a:extLst>
          </p:cNvPr>
          <p:cNvSpPr/>
          <p:nvPr/>
        </p:nvSpPr>
        <p:spPr>
          <a:xfrm>
            <a:off x="633288" y="5599917"/>
            <a:ext cx="206016" cy="2155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779139-51CA-44DE-9689-E5A40AADC5D3}"/>
              </a:ext>
            </a:extLst>
          </p:cNvPr>
          <p:cNvSpPr/>
          <p:nvPr/>
        </p:nvSpPr>
        <p:spPr>
          <a:xfrm>
            <a:off x="736296" y="6160974"/>
            <a:ext cx="206016" cy="2155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427609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A4D55E-FF72-42BB-BFB5-D606210756FE}"/>
              </a:ext>
            </a:extLst>
          </p:cNvPr>
          <p:cNvSpPr/>
          <p:nvPr/>
        </p:nvSpPr>
        <p:spPr>
          <a:xfrm>
            <a:off x="0" y="0"/>
            <a:ext cx="685800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1 </a:t>
            </a:r>
            <a:r>
              <a:rPr lang="en-US" sz="1400" dirty="0" err="1"/>
              <a:t>Mechanic.Character.Player</a:t>
            </a:r>
            <a:r>
              <a:rPr lang="en-US" sz="1400" dirty="0"/>
              <a:t> 14 days Wed 6/25/25Thu 9/18/25</a:t>
            </a:r>
          </a:p>
          <a:p>
            <a:r>
              <a:rPr lang="en-US" sz="1400" dirty="0"/>
              <a:t> 2 </a:t>
            </a:r>
            <a:r>
              <a:rPr lang="en-US" sz="1400" dirty="0" err="1"/>
              <a:t>Mechanic.Character.Crep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3 </a:t>
            </a:r>
            <a:r>
              <a:rPr lang="en-US" sz="1400" dirty="0" err="1"/>
              <a:t>Mechanic.Character.Boss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4 </a:t>
            </a:r>
            <a:r>
              <a:rPr lang="en-US" sz="1400" dirty="0" err="1"/>
              <a:t>Mechanic.AI.Crep</a:t>
            </a:r>
            <a:r>
              <a:rPr lang="en-US" sz="1400" dirty="0"/>
              <a:t> 14 days Fri 9/19/25Wed 10/8/25 2</a:t>
            </a:r>
          </a:p>
          <a:p>
            <a:r>
              <a:rPr lang="en-US" sz="1400" dirty="0"/>
              <a:t> 5 </a:t>
            </a:r>
            <a:r>
              <a:rPr lang="en-US" sz="1400" dirty="0" err="1"/>
              <a:t>Mechanic.AI.Boss</a:t>
            </a:r>
            <a:r>
              <a:rPr lang="en-US" sz="1400" dirty="0"/>
              <a:t> 14 days Fri 9/19/25Wed 10/8/25 3</a:t>
            </a:r>
          </a:p>
          <a:p>
            <a:r>
              <a:rPr lang="en-US" sz="1400" dirty="0"/>
              <a:t> 6 </a:t>
            </a:r>
            <a:r>
              <a:rPr lang="en-US" sz="1400" dirty="0" err="1"/>
              <a:t>Mechanic.Rule.Quest</a:t>
            </a:r>
            <a:r>
              <a:rPr lang="en-US" sz="1400" dirty="0"/>
              <a:t> 14 days Thu 10/9/25Tue 10/28/25 1,2,3,4,5,10,11,18,20,21,22</a:t>
            </a:r>
          </a:p>
          <a:p>
            <a:r>
              <a:rPr lang="en-US" sz="1400" dirty="0"/>
              <a:t> 7 </a:t>
            </a:r>
            <a:r>
              <a:rPr lang="en-US" sz="1400" dirty="0" err="1"/>
              <a:t>Mechanic.Rule.Quiz</a:t>
            </a:r>
            <a:r>
              <a:rPr lang="en-US" sz="1400" dirty="0"/>
              <a:t> 14 days Thu 10/9/25Tue 10/28/25 1,2,3,4,5,10,11,18,20,21,22</a:t>
            </a:r>
          </a:p>
          <a:p>
            <a:r>
              <a:rPr lang="en-US" sz="1400" dirty="0"/>
              <a:t> 8 </a:t>
            </a:r>
            <a:r>
              <a:rPr lang="en-US" sz="1400" dirty="0" err="1"/>
              <a:t>Mechanic.Sound.BGM</a:t>
            </a:r>
            <a:r>
              <a:rPr lang="en-US" sz="1400" dirty="0"/>
              <a:t> 14 days Fri 9/19/25Wed 10/8/25 1,18,26</a:t>
            </a:r>
          </a:p>
          <a:p>
            <a:r>
              <a:rPr lang="en-US" sz="1400" dirty="0"/>
              <a:t> 9 </a:t>
            </a:r>
            <a:r>
              <a:rPr lang="en-US" sz="1400" dirty="0" err="1"/>
              <a:t>Mechanic.Sound.Object</a:t>
            </a:r>
            <a:r>
              <a:rPr lang="en-US" sz="1400" dirty="0"/>
              <a:t> 14 days Thu 10/9/25Tue 10/28/25 19,20,21,22</a:t>
            </a:r>
          </a:p>
          <a:p>
            <a:r>
              <a:rPr lang="en-US" sz="1400" dirty="0"/>
              <a:t> 10 </a:t>
            </a:r>
            <a:r>
              <a:rPr lang="en-US" sz="1400" dirty="0" err="1"/>
              <a:t>Mechanic.Collision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11 </a:t>
            </a:r>
            <a:r>
              <a:rPr lang="en-US" sz="1400" dirty="0" err="1"/>
              <a:t>Mechanic.Gravity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12 </a:t>
            </a:r>
            <a:r>
              <a:rPr lang="en-US" sz="1400" dirty="0" err="1"/>
              <a:t>Graphic.GUI.Player's</a:t>
            </a:r>
            <a:r>
              <a:rPr lang="en-US" sz="1400" dirty="0"/>
              <a:t> stat 14 days Fri 9/19/25Wed 10/8/25 1</a:t>
            </a:r>
          </a:p>
          <a:p>
            <a:r>
              <a:rPr lang="en-US" sz="1400" dirty="0"/>
              <a:t> 13 </a:t>
            </a:r>
            <a:r>
              <a:rPr lang="en-US" sz="1400" dirty="0" err="1"/>
              <a:t>Graphic.GUI.Menu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14 </a:t>
            </a:r>
            <a:r>
              <a:rPr lang="en-US" sz="1400" dirty="0" err="1"/>
              <a:t>Graphic.GUI.Setting</a:t>
            </a:r>
            <a:r>
              <a:rPr lang="en-US" sz="1400" dirty="0"/>
              <a:t> 14 days Fri 9/19/25Wed 10/8/25 13</a:t>
            </a:r>
          </a:p>
          <a:p>
            <a:r>
              <a:rPr lang="en-US" sz="1400" dirty="0"/>
              <a:t> 15 </a:t>
            </a:r>
            <a:r>
              <a:rPr lang="en-US" sz="1400" dirty="0" err="1"/>
              <a:t>Graphic.GUI.Inventory</a:t>
            </a:r>
            <a:r>
              <a:rPr lang="en-US" sz="1400" dirty="0"/>
              <a:t> 14 days Thu 10/9/25Tue 10/28/25 12</a:t>
            </a:r>
          </a:p>
          <a:p>
            <a:r>
              <a:rPr lang="en-US" sz="1400" dirty="0"/>
              <a:t> 16 </a:t>
            </a:r>
            <a:r>
              <a:rPr lang="en-US" sz="1400" dirty="0" err="1"/>
              <a:t>Graphic.GUI.Shop</a:t>
            </a:r>
            <a:r>
              <a:rPr lang="en-US" sz="1400" dirty="0"/>
              <a:t> 14 days Fri 9/19/25Wed 10/8/25 2</a:t>
            </a:r>
          </a:p>
          <a:p>
            <a:r>
              <a:rPr lang="en-US" sz="1400" dirty="0"/>
              <a:t> 17 </a:t>
            </a:r>
            <a:r>
              <a:rPr lang="en-US" sz="1400" dirty="0" err="1"/>
              <a:t>Graphic.Object.Map.Background</a:t>
            </a:r>
            <a:r>
              <a:rPr lang="en-US" sz="1400" dirty="0"/>
              <a:t> 14 days Fri 9/19/25Wed 10/8/25 18</a:t>
            </a:r>
          </a:p>
          <a:p>
            <a:r>
              <a:rPr lang="en-US" sz="1400" dirty="0"/>
              <a:t> 18 Graphic.Object.Map.Ground14 days Mon 9/1/25Thu 9/18/25</a:t>
            </a:r>
          </a:p>
          <a:p>
            <a:r>
              <a:rPr lang="en-US" sz="1400" dirty="0"/>
              <a:t> 19 </a:t>
            </a:r>
            <a:r>
              <a:rPr lang="en-US" sz="1400" dirty="0" err="1"/>
              <a:t>Graphic.Object.Map.FrontGround</a:t>
            </a:r>
            <a:r>
              <a:rPr lang="en-US" sz="1400" dirty="0"/>
              <a:t> 14 days Fri 9/19/25Wed 10/8/25 18</a:t>
            </a:r>
          </a:p>
          <a:p>
            <a:r>
              <a:rPr lang="en-US" sz="1400" dirty="0"/>
              <a:t> 20 </a:t>
            </a:r>
            <a:r>
              <a:rPr lang="en-US" sz="1400" dirty="0" err="1"/>
              <a:t>Graphic.Object.Character.Player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21 </a:t>
            </a:r>
            <a:r>
              <a:rPr lang="en-US" sz="1400" dirty="0" err="1"/>
              <a:t>Graphic.Object.Character.Crep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22 </a:t>
            </a:r>
            <a:r>
              <a:rPr lang="en-US" sz="1400" dirty="0" err="1"/>
              <a:t>Graphic.Object.Character.Boss</a:t>
            </a:r>
            <a:r>
              <a:rPr lang="en-US" sz="1400" dirty="0"/>
              <a:t> 14 days Mon 9/1/25Thu 9/18/25</a:t>
            </a:r>
          </a:p>
          <a:p>
            <a:r>
              <a:rPr lang="en-US" sz="1400" dirty="0"/>
              <a:t> 23 </a:t>
            </a:r>
            <a:r>
              <a:rPr lang="en-US" sz="1400" dirty="0" err="1"/>
              <a:t>Graphic.Object.Effect</a:t>
            </a:r>
            <a:r>
              <a:rPr lang="en-US" sz="1400" dirty="0"/>
              <a:t> 14 days Mon 9/1/25Thu 9/18/25</a:t>
            </a:r>
          </a:p>
        </p:txBody>
      </p:sp>
    </p:spTree>
    <p:extLst>
      <p:ext uri="{BB962C8B-B14F-4D97-AF65-F5344CB8AC3E}">
        <p14:creationId xmlns:p14="http://schemas.microsoft.com/office/powerpoint/2010/main" val="1321257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515</Words>
  <Application>Microsoft Office PowerPoint</Application>
  <PresentationFormat>Widescreen</PresentationFormat>
  <Paragraphs>128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Kiên Nguyễn</dc:creator>
  <cp:lastModifiedBy>Trung Kiên Nguyễn</cp:lastModifiedBy>
  <cp:revision>4</cp:revision>
  <dcterms:created xsi:type="dcterms:W3CDTF">2025-07-09T14:10:09Z</dcterms:created>
  <dcterms:modified xsi:type="dcterms:W3CDTF">2025-07-09T16:57:37Z</dcterms:modified>
</cp:coreProperties>
</file>