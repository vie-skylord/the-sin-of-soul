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bc93856c28bb1ff" providerId="LiveId" clId="{B153AF33-B9E9-4876-9AF6-29D75AA7DA40}"/>
    <pc:docChg chg="custSel addSld modSld">
      <pc:chgData name="" userId="5bc93856c28bb1ff" providerId="LiveId" clId="{B153AF33-B9E9-4876-9AF6-29D75AA7DA40}" dt="2025-09-21T11:06:15.507" v="21" actId="478"/>
      <pc:docMkLst>
        <pc:docMk/>
      </pc:docMkLst>
      <pc:sldChg chg="addSp delSp modSp add">
        <pc:chgData name="" userId="5bc93856c28bb1ff" providerId="LiveId" clId="{B153AF33-B9E9-4876-9AF6-29D75AA7DA40}" dt="2025-09-21T11:06:15.507" v="21" actId="478"/>
        <pc:sldMkLst>
          <pc:docMk/>
          <pc:sldMk cId="3194576946" sldId="258"/>
        </pc:sldMkLst>
        <pc:spChg chg="del">
          <ac:chgData name="" userId="5bc93856c28bb1ff" providerId="LiveId" clId="{B153AF33-B9E9-4876-9AF6-29D75AA7DA40}" dt="2025-09-21T11:04:15.586" v="1" actId="478"/>
          <ac:spMkLst>
            <pc:docMk/>
            <pc:sldMk cId="3194576946" sldId="258"/>
            <ac:spMk id="2" creationId="{F7563B59-9437-406D-8BBE-17983F6462F6}"/>
          </ac:spMkLst>
        </pc:spChg>
        <pc:spChg chg="del">
          <ac:chgData name="" userId="5bc93856c28bb1ff" providerId="LiveId" clId="{B153AF33-B9E9-4876-9AF6-29D75AA7DA40}" dt="2025-09-21T11:04:15.586" v="1" actId="478"/>
          <ac:spMkLst>
            <pc:docMk/>
            <pc:sldMk cId="3194576946" sldId="258"/>
            <ac:spMk id="3" creationId="{8079BE2D-9E61-4461-B0FA-F18C49ADC9AE}"/>
          </ac:spMkLst>
        </pc:spChg>
        <pc:picChg chg="add del mod">
          <ac:chgData name="" userId="5bc93856c28bb1ff" providerId="LiveId" clId="{B153AF33-B9E9-4876-9AF6-29D75AA7DA40}" dt="2025-09-21T11:06:15.507" v="21" actId="478"/>
          <ac:picMkLst>
            <pc:docMk/>
            <pc:sldMk cId="3194576946" sldId="258"/>
            <ac:picMk id="5" creationId="{AA45B7F0-CF30-4A6B-A879-4D1BE6257628}"/>
          </ac:picMkLst>
        </pc:picChg>
        <pc:picChg chg="add del mod">
          <ac:chgData name="" userId="5bc93856c28bb1ff" providerId="LiveId" clId="{B153AF33-B9E9-4876-9AF6-29D75AA7DA40}" dt="2025-09-21T11:06:15.507" v="21" actId="478"/>
          <ac:picMkLst>
            <pc:docMk/>
            <pc:sldMk cId="3194576946" sldId="258"/>
            <ac:picMk id="7" creationId="{5E703E77-50A9-4E4D-91FB-6172AADB808D}"/>
          </ac:picMkLst>
        </pc:picChg>
        <pc:picChg chg="add del mod">
          <ac:chgData name="" userId="5bc93856c28bb1ff" providerId="LiveId" clId="{B153AF33-B9E9-4876-9AF6-29D75AA7DA40}" dt="2025-09-21T11:06:15.507" v="21" actId="478"/>
          <ac:picMkLst>
            <pc:docMk/>
            <pc:sldMk cId="3194576946" sldId="258"/>
            <ac:picMk id="9" creationId="{9182314C-BB90-4132-9B08-71B1D9BA1A20}"/>
          </ac:picMkLst>
        </pc:picChg>
        <pc:picChg chg="add del mod">
          <ac:chgData name="" userId="5bc93856c28bb1ff" providerId="LiveId" clId="{B153AF33-B9E9-4876-9AF6-29D75AA7DA40}" dt="2025-09-21T11:06:15.507" v="21" actId="478"/>
          <ac:picMkLst>
            <pc:docMk/>
            <pc:sldMk cId="3194576946" sldId="258"/>
            <ac:picMk id="11" creationId="{2FF617CA-60E9-4E26-8344-4A4BD550C6F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BA94C-D826-44ED-A1DE-44DC6B1FF0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A66F9-9CF5-4AF4-A13A-F460F0622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0701-1938-4ED7-A133-41D25206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F412-1E73-4833-9131-728D1AA6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03081-8845-4D51-93E9-B9B23C533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65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E07E-2626-462A-8703-92601F38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AA1DF-8939-47D8-9790-B5727E5D6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5076-E11B-4DEB-9F42-663FF496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B12CC-0E3D-41FD-90E5-9F7791853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5CD0-9A51-4282-B218-1084D271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4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8756-041E-41A2-AB55-21E50B9C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50127-95C0-47BC-A07F-A3F128E04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36859-5DCF-48FD-99A2-156FB194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6FC24-86D4-4909-90AF-ABE6A204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8F689-81B8-406B-9773-4539CDAA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3B1F-48F5-4D75-B302-4A90C111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2C3BF-DAB5-4500-96A0-F24DD3177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E7881-4DF1-4712-A1BA-CDE4EEC3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D757E-D854-49D3-940D-C81027AEA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69AA6-32B9-4693-B63C-4F93430F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E4A44-3AF8-4263-B607-9E11146B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3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B64B-043E-4051-B445-66C1F3A5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19697-1C9E-429B-B8E8-73E2CF4F4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9EF79-6893-4586-A4ED-9C638EEF9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E7EB37-F369-4034-83C7-FE709BCBD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F866E-CB37-4C7D-A32B-8ABA243A9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B3A8A-B769-4CB4-81ED-5DF3FA6C7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718B1-4A3E-4CC4-A68A-9EFDB6597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128A0-D434-4091-B952-434F6DA9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09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FACF-A49B-498C-87F9-124275F20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DF9DD-50C7-4CBF-9448-954B16E4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40F2F5-1565-4A60-9A06-9277B674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6423E-0E8E-4241-BDEC-5D1CC501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87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A5311-BFB0-4BD1-800A-CFE2BDBF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AE89E-3430-4619-9857-5C7D613E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4C9A4-E5E5-46F3-B1F1-AEBD3D68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9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BF99-1031-4E9B-86CB-542B1EFD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5DDC5-A8D6-4C3C-BAE2-48B433628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518EC-D130-4F20-B58A-2BA2016BB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1BD63-FC27-435F-BBA3-4AF62931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0C64A-BBBD-464F-9ABC-6DBCE246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45E3A-FE0B-4B8C-AC47-EDDCC538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30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E47F-4941-4038-AC31-F644870A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2862F3-0E2D-45CE-833D-A5E6243D5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73EF43-8BA5-47B5-8F56-B94ABC871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76773-A886-4486-93A3-814A2409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C3C10-126C-404A-8C8E-8E9CFC14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FE44F-05E4-4309-94C9-ED3CEC58A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3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99BCA-5B62-49FD-B7C1-586719F8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D73A9-100A-40A6-9597-EEBF5CFBF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821-4A68-4DA0-9F9F-6CBB93E3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0300D-A55A-4F73-8C1B-94CA74D8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D0AF0-AAF2-4BEF-934E-2843D24B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6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8B05EE-96A9-42C0-8D33-007AD2A48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A901B-820E-4580-943D-74EDF0980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94CD8-EAC7-44C9-B6AF-76BB2022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AA41E-183F-4ED8-912B-319E0682E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DA571-C606-4699-B956-A742B18E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1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40A957-AC5E-4CB2-A0B2-C61CF0F1F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99B21-E22C-4C4A-A9A0-41BC402D4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DF71E-9CD5-417A-B410-5FCF051E7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31C9D-3905-497D-A535-43663B287215}" type="datetimeFigureOut">
              <a:rPr lang="en-US" smtClean="0"/>
              <a:t>09/21/2025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ACE84-8B70-4C3F-B5FE-B64B016F8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2D7B1-2CCF-49A8-A2B0-F1326CFC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5456D-17D5-4843-B9E6-542855FE5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9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FF48162C-E75E-4CA0-A116-57BBCFCB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31718"/>
              </p:ext>
            </p:extLst>
          </p:nvPr>
        </p:nvGraphicFramePr>
        <p:xfrm>
          <a:off x="0" y="0"/>
          <a:ext cx="13737612" cy="2289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801">
                  <a:extLst>
                    <a:ext uri="{9D8B030D-6E8A-4147-A177-3AD203B41FA5}">
                      <a16:colId xmlns:a16="http://schemas.microsoft.com/office/drawing/2014/main" val="259920898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136701342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50142875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771124020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4075159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88879734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67459369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334668432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150351886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70359043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3039199161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32655740"/>
                    </a:ext>
                  </a:extLst>
                </a:gridCol>
              </a:tblGrid>
              <a:tr h="763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54464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8417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1664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993882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2018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02597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33593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63453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12863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8676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7063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23359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83112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33957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63058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9241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34324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22207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08823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98067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4943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35182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53190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5198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4993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23403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74515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3782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3098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712139"/>
                  </a:ext>
                </a:extLst>
              </a:tr>
            </a:tbl>
          </a:graphicData>
        </a:graphic>
      </p:graphicFrame>
      <p:pic>
        <p:nvPicPr>
          <p:cNvPr id="64" name="Picture 63">
            <a:extLst>
              <a:ext uri="{FF2B5EF4-FFF2-40B4-BE49-F238E27FC236}">
                <a16:creationId xmlns:a16="http://schemas.microsoft.com/office/drawing/2014/main" id="{93516662-29D2-4A48-8ADA-3700EDD0F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6868800" cy="7632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31BCE019-F822-41CA-9744-6C5AD97B1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400"/>
            <a:ext cx="6868800" cy="7632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3839355-D1DD-4C3F-8382-340A9321E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9600"/>
            <a:ext cx="11448000" cy="7632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4024FD3-4235-41D7-979B-3182F95F5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2800"/>
            <a:ext cx="11448000" cy="7632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9E7DF79-7F93-4A24-B524-F9AAD267E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6000"/>
            <a:ext cx="4579200" cy="7632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3639F21-966E-4B62-BD6D-A68E2DC24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9200"/>
            <a:ext cx="1144800" cy="7632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9912A67-D456-481E-81EA-EF0680D36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2400"/>
            <a:ext cx="4579200" cy="7632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956C5D-F82A-47C6-A4FD-AF8E7CF326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5600"/>
            <a:ext cx="3434400" cy="7632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1EEB6CB-5F2D-459D-B5A2-C71333F708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8800"/>
            <a:ext cx="1144800" cy="7632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6B5F315-7E3F-45BE-A41A-49C57502ED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0"/>
            <a:ext cx="9158400" cy="7632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9DB295A3-744C-49F7-842C-C70BA05CC2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5200"/>
            <a:ext cx="2289600" cy="7632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4E616F9-FFCF-4411-BF7C-92FCD8F99BC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8400"/>
            <a:ext cx="11448000" cy="76320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80025C54-3ED6-4E66-B777-33FE636F52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1600"/>
            <a:ext cx="11448000" cy="7632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56F99C0-5F22-448D-8BEC-7C5DA50672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4800"/>
            <a:ext cx="3434400" cy="7632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C58E9B1B-48DF-4F57-985B-888CCE2C29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000"/>
            <a:ext cx="1144800" cy="7632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47E2500-51BB-4C7A-8C62-577975297E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1200"/>
            <a:ext cx="11448000" cy="7632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1C019C31-E07A-4A67-8CF0-B5778BD6762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74400"/>
            <a:ext cx="3434400" cy="7632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13DCF4B-550C-40D3-861F-217FB5E736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37600"/>
            <a:ext cx="2289600" cy="7632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F8324873-2B7B-4B3A-B6E3-E8AABE89D9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9600"/>
            <a:ext cx="13737607" cy="7632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1468ECE-9A81-44D0-B1EE-20DA27929F8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0800"/>
            <a:ext cx="11448000" cy="7632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54D8AB7-B522-40C7-A782-E6A8D2D3F8E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4000"/>
            <a:ext cx="2289600" cy="7632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2354273-9CF5-429A-B86F-37DE7577724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27200"/>
            <a:ext cx="4579200" cy="7632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9457709-12BD-4B32-A65E-912F99980E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90400"/>
            <a:ext cx="1144800" cy="7632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4CF10839-78DB-4FFD-89FA-8C4C4577265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53600"/>
            <a:ext cx="1144800" cy="7632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CF90C76-9876-4F19-8B1B-0B28DC1B7A2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16800"/>
            <a:ext cx="3434400" cy="7632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77F4E9A-8234-43E1-950E-DE52F0A5E60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" y="22132800"/>
            <a:ext cx="8013600" cy="7632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B2E9871A-2731-4396-8AA7-3E23EEDA980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13600" cy="7632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A50B57F-9D8A-40AF-9D68-78BEA340C22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0000"/>
            <a:ext cx="1144800" cy="7632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22CF9833-EBD1-4DE5-89A7-4947DF58C3E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43200"/>
            <a:ext cx="3434400" cy="7632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4100265-87B1-478D-8AF2-D77C5237BB0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06400"/>
            <a:ext cx="4579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374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FF48162C-E75E-4CA0-A116-57BBCFCB2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055771"/>
              </p:ext>
            </p:extLst>
          </p:nvPr>
        </p:nvGraphicFramePr>
        <p:xfrm>
          <a:off x="0" y="0"/>
          <a:ext cx="13737612" cy="228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801">
                  <a:extLst>
                    <a:ext uri="{9D8B030D-6E8A-4147-A177-3AD203B41FA5}">
                      <a16:colId xmlns:a16="http://schemas.microsoft.com/office/drawing/2014/main" val="259920898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136701342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50142875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771124020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4075159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88879734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67459369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3346684324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2150351886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703590437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3039199161"/>
                    </a:ext>
                  </a:extLst>
                </a:gridCol>
                <a:gridCol w="1144801">
                  <a:extLst>
                    <a:ext uri="{9D8B030D-6E8A-4147-A177-3AD203B41FA5}">
                      <a16:colId xmlns:a16="http://schemas.microsoft.com/office/drawing/2014/main" val="132655740"/>
                    </a:ext>
                  </a:extLst>
                </a:gridCol>
              </a:tblGrid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54464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38417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1664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993882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62018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02597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33593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63453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612863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78676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87063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23359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83112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133957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63058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9241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343241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22207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08823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98067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44943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35182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153190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851985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849930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234036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74515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37829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03098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712139"/>
                  </a:ext>
                </a:extLst>
              </a:tr>
            </a:tbl>
          </a:graphicData>
        </a:graphic>
      </p:graphicFrame>
      <p:pic>
        <p:nvPicPr>
          <p:cNvPr id="64" name="Picture 63">
            <a:extLst>
              <a:ext uri="{FF2B5EF4-FFF2-40B4-BE49-F238E27FC236}">
                <a16:creationId xmlns:a16="http://schemas.microsoft.com/office/drawing/2014/main" id="{93516662-29D2-4A48-8ADA-3700EDD0F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"/>
            <a:ext cx="6868800" cy="7632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31BCE019-F822-41CA-9744-6C5AD97B1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400"/>
            <a:ext cx="6868800" cy="7632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93839355-D1DD-4C3F-8382-340A9321E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9600"/>
            <a:ext cx="11448000" cy="7632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4024FD3-4235-41D7-979B-3182F95F5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52800"/>
            <a:ext cx="11448000" cy="7632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A9E7DF79-7F93-4A24-B524-F9AAD267E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6000"/>
            <a:ext cx="4579200" cy="7632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A3639F21-966E-4B62-BD6D-A68E2DC246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9200"/>
            <a:ext cx="1144800" cy="7632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9912A67-D456-481E-81EA-EF0680D365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2400"/>
            <a:ext cx="4579200" cy="7632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956C5D-F82A-47C6-A4FD-AF8E7CF326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5600"/>
            <a:ext cx="3434400" cy="7632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1EEB6CB-5F2D-459D-B5A2-C71333F708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68800"/>
            <a:ext cx="1144800" cy="7632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6B5F315-7E3F-45BE-A41A-49C57502ED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2000"/>
            <a:ext cx="9158400" cy="7632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9DB295A3-744C-49F7-842C-C70BA05CC2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5200"/>
            <a:ext cx="2289600" cy="763200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4E616F9-FFCF-4411-BF7C-92FCD8F99BC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8400"/>
            <a:ext cx="11448000" cy="76320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80025C54-3ED6-4E66-B777-33FE636F52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21600"/>
            <a:ext cx="11448000" cy="76320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956F99C0-5F22-448D-8BEC-7C5DA50672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4800"/>
            <a:ext cx="3434400" cy="7632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C58E9B1B-48DF-4F57-985B-888CCE2C29B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8000"/>
            <a:ext cx="1144800" cy="7632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347E2500-51BB-4C7A-8C62-577975297E8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1200"/>
            <a:ext cx="11448000" cy="76320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1C019C31-E07A-4A67-8CF0-B5778BD6762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74400"/>
            <a:ext cx="3434400" cy="763200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513DCF4B-550C-40D3-861F-217FB5E736B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37600"/>
            <a:ext cx="2289600" cy="7632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F8324873-2B7B-4B3A-B6E3-E8AABE89D95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69600"/>
            <a:ext cx="13737607" cy="763200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41468ECE-9A81-44D0-B1EE-20DA27929F8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00800"/>
            <a:ext cx="11448000" cy="763200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54D8AB7-B522-40C7-A782-E6A8D2D3F8E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4000"/>
            <a:ext cx="2289600" cy="763200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A2354273-9CF5-429A-B86F-37DE7577724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27200"/>
            <a:ext cx="4579200" cy="763200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79457709-12BD-4B32-A65E-912F99980E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90400"/>
            <a:ext cx="1144800" cy="76320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4CF10839-78DB-4FFD-89FA-8C4C4577265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53600"/>
            <a:ext cx="1144800" cy="76320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ACF90C76-9876-4F19-8B1B-0B28DC1B7A2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16800"/>
            <a:ext cx="3434400" cy="763200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C77F4E9A-8234-43E1-950E-DE52F0A5E60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" y="22132800"/>
            <a:ext cx="8013600" cy="763200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B2E9871A-2731-4396-8AA7-3E23EEDA980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13600" cy="76320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A50B57F-9D8A-40AF-9D68-78BEA340C22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80000"/>
            <a:ext cx="1144800" cy="7632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22CF9833-EBD1-4DE5-89A7-4947DF58C3E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843200"/>
            <a:ext cx="3434400" cy="763200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04100265-87B1-478D-8AF2-D77C5237BB0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06400"/>
            <a:ext cx="4579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83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57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41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Trung Kiên Nguyễn</dc:creator>
  <cp:lastModifiedBy>Trung Kiên Nguyễn</cp:lastModifiedBy>
  <cp:revision>4</cp:revision>
  <dcterms:created xsi:type="dcterms:W3CDTF">2025-09-14T03:59:59Z</dcterms:created>
  <dcterms:modified xsi:type="dcterms:W3CDTF">2025-09-21T11:06:17Z</dcterms:modified>
</cp:coreProperties>
</file>